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60" r:id="rId5"/>
    <p:sldId id="259" r:id="rId6"/>
    <p:sldId id="275" r:id="rId7"/>
    <p:sldId id="267" r:id="rId8"/>
    <p:sldId id="276" r:id="rId9"/>
    <p:sldId id="273" r:id="rId10"/>
    <p:sldId id="272" r:id="rId11"/>
    <p:sldId id="274" r:id="rId12"/>
    <p:sldId id="263" r:id="rId13"/>
    <p:sldId id="262" r:id="rId14"/>
    <p:sldId id="261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9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57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8562B-6622-632E-65DB-BE30B57EF6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35F34E-5B3F-5BA1-D2E0-114A824A3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0D4A10-093A-FA8C-E716-27B16E110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4EDA3-9E25-41AB-86E6-A264351C4DC0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EBEC19-3821-B7E4-76CB-CFC2C8B72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B13F43-CC59-15DE-CC9A-1B20C20A9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B865-319E-476E-B489-95362FB1E7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975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D472A-33B9-BBAA-3571-CC1C48BB5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EF6CC8-482A-9C41-BA15-A3DF89C37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EAC91E-BDAF-6282-F924-31ADADAD7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4EDA3-9E25-41AB-86E6-A264351C4DC0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926D14-240B-EC9A-2F7C-656FD4AA8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B9211C-FB08-AAAF-312D-DAE8A2EDF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B865-319E-476E-B489-95362FB1E7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728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EBAA7C-2A10-4360-27C1-17B7986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F08979-7D59-50A1-C1B2-4E374B585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015240-CA12-7C61-A4AC-3B97D96E6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4EDA3-9E25-41AB-86E6-A264351C4DC0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18C9C6-977A-8511-75E8-F5EB77C7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30FE29-C6A3-1777-FCC6-7293868AB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B865-319E-476E-B489-95362FB1E7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696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BABFF-2AD6-8D03-F0AC-0E3443A64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48386F-5175-4E8E-E41D-D8E6B98A81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4B93D1-5887-A23F-8CCA-F5447CD30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946D8A-08E8-C4F3-0AF8-8712597F3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4EDA3-9E25-41AB-86E6-A264351C4DC0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FBB3F5-4C0F-6AEE-262C-5F1385285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B8721F-50CF-3D3F-48C3-4D42C5C9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B865-319E-476E-B489-95362FB1E7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102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450820-6A09-DEFB-B197-DDBDE002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ABCABE-024C-CB5A-7241-9C85BA2D3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030D16-3006-6244-D4B5-63AD3029C4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1C44937-48B5-4945-6470-091EC0AA4F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28AD7E7-ADEE-40BD-8773-101C9F4612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1EB1C9F-7E92-28CD-D5C5-78C273FE2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4EDA3-9E25-41AB-86E6-A264351C4DC0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7E97582-C751-E62B-B614-29B925C56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9327D29-4297-AA87-9607-1630D7800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B865-319E-476E-B489-95362FB1E7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028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BBDE21-AD59-547B-2659-843F7B084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E419C79-B505-E9F2-8038-E4BC7B60F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4EDA3-9E25-41AB-86E6-A264351C4DC0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48F75FA-A261-6780-E307-A2A426496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72BDC0-7F3E-C0E8-702B-D9D5EFCF7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B865-319E-476E-B489-95362FB1E7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03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EA1BDCD-86C4-DD51-9C48-149B69AC1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4EDA3-9E25-41AB-86E6-A264351C4DC0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6C895A5-B8B7-A5E9-BBF1-400D0F8CC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577581-1927-89AE-D774-BB5FC3DA0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B865-319E-476E-B489-95362FB1E7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8818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CB5F8D-B6DD-0F5D-E5C3-1F6F9180D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FA4073-1038-2F8D-AC1E-0F9839C94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F38012-21FA-C53D-DEE1-F6F76A01F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E0FC46-3353-5FDB-18F3-83D64A93D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4EDA3-9E25-41AB-86E6-A264351C4DC0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9E8645-743F-3FEC-9BBA-BE42DDA4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37444A-E402-6CAE-9A9C-9DE14AD7B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B865-319E-476E-B489-95362FB1E7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93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39C4CE-2B69-5BB2-8092-4B95B5087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0F66B36-321E-2A8E-D0AC-1CE6481956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818E72-B59A-D6F7-F4DC-2215507E7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B2AB6F-2118-0F4A-6870-57667691B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4EDA3-9E25-41AB-86E6-A264351C4DC0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E02721-204F-A24D-69DB-1B564F233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47BB76-489C-C4DE-2972-224A1F5E1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B865-319E-476E-B489-95362FB1E7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186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BCCCB4-6476-35DF-972E-F559C60A3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FB52EA-50BB-3918-B6D7-A2029E013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F3757B-E5E5-7A41-A827-250804DA7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4EDA3-9E25-41AB-86E6-A264351C4DC0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CCB67E-B675-44AA-CCA8-75711D857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80B882-D392-D687-5A2B-7588A285D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B865-319E-476E-B489-95362FB1E7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171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0B2F78B-6E2F-6D80-D565-9932B4AF17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2D4189-5079-5B4C-7DD8-70AA1A712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7E79CF-B8AD-F8AF-8442-9D3123F29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4EDA3-9E25-41AB-86E6-A264351C4DC0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D20C52-107B-CDD9-EF22-D09637D6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168FB4-F926-7F2E-7105-DAC1BBB75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B865-319E-476E-B489-95362FB1E7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618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9489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3234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763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6150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02890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0762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0780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2026/1/29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395452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4838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551744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07758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9F382F3-90FB-D108-FCC0-39F98CDF3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088F1F-8DA2-A0DA-2FF7-60EE33516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2D3041-A082-9493-D1FE-F646B11DDE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4EDA3-9E25-41AB-86E6-A264351C4DC0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CEC87B-C550-76C2-BA8C-87C56CA2CD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3B9952-94C4-3870-9D8F-E37CF0EA7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3B865-319E-476E-B489-95362FB1E7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259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636292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tags" Target="../tags/tag67.xml"/><Relationship Id="rId7" Type="http://schemas.openxmlformats.org/officeDocument/2006/relationships/slideLayout" Target="../slideLayouts/slideLayout13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10" Type="http://schemas.openxmlformats.org/officeDocument/2006/relationships/image" Target="../media/image28.png"/><Relationship Id="rId4" Type="http://schemas.openxmlformats.org/officeDocument/2006/relationships/tags" Target="../tags/tag68.xml"/><Relationship Id="rId9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2900BE-F771-567D-9220-AFBB4B3950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车架培训</a:t>
            </a:r>
            <a:r>
              <a:rPr lang="en-US" altLang="zh-CN" dirty="0"/>
              <a:t>.1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7856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492C2E-D803-826E-92F5-7782AAE93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车架各部分名称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F2FC4FA-BA35-AFF0-5F5F-BF70B7396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2397"/>
            <a:ext cx="5689559" cy="350537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FCA0EB3-7B25-C50C-6FBD-7AF4DD26A4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0774" y="-863600"/>
            <a:ext cx="9378935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059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F744AF-E0CC-C88F-AD73-F4F843551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车架设计流程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DAA86C-90D1-154F-8DE6-344F3431E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974" y="1690688"/>
            <a:ext cx="10515600" cy="4351338"/>
          </a:xfrm>
        </p:spPr>
        <p:txBody>
          <a:bodyPr/>
          <a:lstStyle/>
          <a:p>
            <a:r>
              <a:rPr lang="zh-CN" altLang="en-US" dirty="0"/>
              <a:t>熟悉规则，进行人机</a:t>
            </a:r>
            <a:endParaRPr lang="en-US" altLang="zh-CN" dirty="0"/>
          </a:p>
          <a:p>
            <a:r>
              <a:rPr lang="zh-CN" altLang="en-US" dirty="0"/>
              <a:t>建立车架</a:t>
            </a:r>
            <a:endParaRPr lang="en-US" altLang="zh-CN" dirty="0"/>
          </a:p>
          <a:p>
            <a:r>
              <a:rPr lang="zh-CN" altLang="en-US" dirty="0"/>
              <a:t>车架的仿真优化</a:t>
            </a:r>
            <a:endParaRPr lang="en-US" altLang="zh-CN" dirty="0"/>
          </a:p>
          <a:p>
            <a:r>
              <a:rPr lang="zh-CN" altLang="en-US" dirty="0"/>
              <a:t>建立夹具</a:t>
            </a:r>
            <a:endParaRPr lang="en-US" altLang="zh-CN" dirty="0"/>
          </a:p>
          <a:p>
            <a:r>
              <a:rPr lang="zh-CN" altLang="en-US" dirty="0"/>
              <a:t>建立吊耳</a:t>
            </a:r>
            <a:endParaRPr lang="en-US" altLang="zh-CN" dirty="0"/>
          </a:p>
          <a:p>
            <a:r>
              <a:rPr lang="zh-CN" altLang="en-US" dirty="0"/>
              <a:t>出图</a:t>
            </a:r>
            <a:endParaRPr lang="en-US" altLang="zh-CN" dirty="0"/>
          </a:p>
          <a:p>
            <a:r>
              <a:rPr lang="zh-CN" altLang="en-US" dirty="0"/>
              <a:t>加工</a:t>
            </a:r>
          </a:p>
        </p:txBody>
      </p:sp>
    </p:spTree>
    <p:extLst>
      <p:ext uri="{BB962C8B-B14F-4D97-AF65-F5344CB8AC3E}">
        <p14:creationId xmlns:p14="http://schemas.microsoft.com/office/powerpoint/2010/main" val="1991438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DC2A79-A678-022D-0AE8-87E15000C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钢管车架的建立过程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667D5C-7EBA-FA16-F3B3-02B626DF6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通过人机工程、上代车架、设计目标、部件位置得到某些车架数据</a:t>
            </a:r>
            <a:endParaRPr lang="en-US" altLang="zh-CN" dirty="0"/>
          </a:p>
          <a:p>
            <a:r>
              <a:rPr lang="zh-CN" altLang="en-US" dirty="0"/>
              <a:t>建立悬架硬点</a:t>
            </a:r>
            <a:endParaRPr lang="en-US" altLang="zh-CN" dirty="0"/>
          </a:p>
          <a:p>
            <a:r>
              <a:rPr lang="zh-CN" altLang="en-US" dirty="0"/>
              <a:t>画出车架线图，并用肋建立出初版车架</a:t>
            </a:r>
            <a:endParaRPr lang="en-US" altLang="zh-CN" dirty="0"/>
          </a:p>
          <a:p>
            <a:r>
              <a:rPr lang="zh-CN" altLang="en-US" dirty="0"/>
              <a:t>根据其他组的需要进行调整</a:t>
            </a:r>
            <a:endParaRPr lang="en-US" altLang="zh-CN" dirty="0"/>
          </a:p>
          <a:p>
            <a:r>
              <a:rPr lang="zh-CN" altLang="en-US" dirty="0"/>
              <a:t>进行仿真优化</a:t>
            </a:r>
          </a:p>
        </p:txBody>
      </p:sp>
    </p:spTree>
    <p:extLst>
      <p:ext uri="{BB962C8B-B14F-4D97-AF65-F5344CB8AC3E}">
        <p14:creationId xmlns:p14="http://schemas.microsoft.com/office/powerpoint/2010/main" val="2378019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6A0764-526C-C71F-C775-CA0EC96F0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悬架硬点的建立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470891-B1E3-ACC4-19BF-D1ED9D4AD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02056" cy="1455047"/>
          </a:xfrm>
        </p:spPr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点击参考元素的点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输入坐标（注意参考点是原点）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690FA45-025A-C001-2DD2-C834E07635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785" y="2820868"/>
            <a:ext cx="6649398" cy="384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938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画钢管的步骤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8330" y="1760220"/>
            <a:ext cx="2219325" cy="11493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08330" y="1383665"/>
            <a:ext cx="22942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、先画一根线（两点连接）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30" y="3816350"/>
            <a:ext cx="2218690" cy="14033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08330" y="33280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2</a:t>
            </a:r>
            <a:r>
              <a:rPr lang="zh-CN" altLang="en-US"/>
              <a:t>、再建一个面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6755" y="1876425"/>
            <a:ext cx="2813685" cy="145161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488815" y="1383665"/>
            <a:ext cx="3049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3</a:t>
            </a:r>
            <a:r>
              <a:rPr lang="zh-CN" altLang="en-US"/>
              <a:t>、在草图中随便画两个圆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6755" y="4114800"/>
            <a:ext cx="2813685" cy="169164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516755" y="3496310"/>
            <a:ext cx="302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然后用约束操作画成这样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516755" y="33718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约束方法：按住</a:t>
            </a:r>
            <a:r>
              <a:rPr lang="en-US" altLang="zh-CN" dirty="0"/>
              <a:t>ctrl</a:t>
            </a:r>
            <a:r>
              <a:rPr lang="zh-CN" altLang="en-US" dirty="0"/>
              <a:t>键选择多个元素后右侧的</a:t>
            </a:r>
            <a:r>
              <a:rPr lang="en-US" altLang="zh-CN" dirty="0"/>
              <a:t>“</a:t>
            </a:r>
            <a:r>
              <a:rPr lang="zh-CN" altLang="en-US" dirty="0"/>
              <a:t>对话框中定义的约束</a:t>
            </a:r>
            <a:r>
              <a:rPr lang="en-US" altLang="zh-CN" dirty="0"/>
              <a:t>”</a:t>
            </a:r>
            <a:r>
              <a:rPr lang="zh-CN" altLang="en-US" dirty="0"/>
              <a:t>就会亮起，可在其中进行距离，相合等约束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7610" y="337185"/>
            <a:ext cx="482600" cy="97663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89995" y="1259205"/>
            <a:ext cx="552450" cy="286385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799070" y="1391920"/>
            <a:ext cx="308673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4</a:t>
            </a:r>
            <a:r>
              <a:rPr lang="zh-CN" altLang="en-US"/>
              <a:t>、退出草图，找到</a:t>
            </a:r>
            <a:r>
              <a:rPr lang="en-US" altLang="zh-CN"/>
              <a:t>“</a:t>
            </a:r>
            <a:r>
              <a:rPr lang="zh-CN" altLang="en-US"/>
              <a:t>肋</a:t>
            </a:r>
            <a:r>
              <a:rPr lang="en-US" altLang="zh-CN"/>
              <a:t>“</a:t>
            </a:r>
            <a:r>
              <a:rPr lang="zh-CN" altLang="en-US"/>
              <a:t>操作</a:t>
            </a: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画出钢管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1800" y="3812540"/>
            <a:ext cx="2616835" cy="140716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EF2D8-D960-DC56-5DF1-21E441C0B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新增零件几何体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5CB335-E26D-7FEF-32D3-D0B46D143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23064" cy="1022277"/>
          </a:xfrm>
        </p:spPr>
        <p:txBody>
          <a:bodyPr/>
          <a:lstStyle/>
          <a:p>
            <a:r>
              <a:rPr lang="zh-CN" altLang="en-US" dirty="0"/>
              <a:t>为方便更改钢管数据以及后续其他操作，我们每一根钢管均作为一个零件几何体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4DA90FE-434A-2C52-BEEE-E79E2F5CA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531" y="2751905"/>
            <a:ext cx="5915516" cy="381292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554372A-2E52-CCF1-8C58-FFD2D5F7CD46}"/>
              </a:ext>
            </a:extLst>
          </p:cNvPr>
          <p:cNvSpPr txBox="1"/>
          <p:nvPr/>
        </p:nvSpPr>
        <p:spPr>
          <a:xfrm>
            <a:off x="7440843" y="3078246"/>
            <a:ext cx="4320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操作：点击插入中的绿色齿轮图标</a:t>
            </a:r>
          </a:p>
        </p:txBody>
      </p:sp>
    </p:spTree>
    <p:extLst>
      <p:ext uri="{BB962C8B-B14F-4D97-AF65-F5344CB8AC3E}">
        <p14:creationId xmlns:p14="http://schemas.microsoft.com/office/powerpoint/2010/main" val="662924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0385" y="573233"/>
            <a:ext cx="10969200" cy="705600"/>
          </a:xfrm>
        </p:spPr>
        <p:txBody>
          <a:bodyPr/>
          <a:lstStyle/>
          <a:p>
            <a:r>
              <a:rPr lang="zh-CN" altLang="en-US" dirty="0"/>
              <a:t>钢管尺寸的选择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0385" y="2527300"/>
            <a:ext cx="5772150" cy="24752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165" y="1685925"/>
            <a:ext cx="5251450" cy="25209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3110" y="5481955"/>
            <a:ext cx="2219325" cy="3124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2715" y="1555750"/>
            <a:ext cx="2238375" cy="5048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385" y="5331460"/>
            <a:ext cx="2105025" cy="11715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385" y="1387475"/>
            <a:ext cx="2066925" cy="1152525"/>
          </a:xfrm>
          <a:prstGeom prst="rect">
            <a:avLst/>
          </a:prstGeom>
        </p:spPr>
      </p:pic>
      <p:cxnSp>
        <p:nvCxnSpPr>
          <p:cNvPr id="14" name="直接箭头连接符 13"/>
          <p:cNvCxnSpPr>
            <a:stCxn id="8" idx="0"/>
          </p:cNvCxnSpPr>
          <p:nvPr/>
        </p:nvCxnSpPr>
        <p:spPr>
          <a:xfrm flipH="1" flipV="1">
            <a:off x="1454785" y="4819015"/>
            <a:ext cx="138430" cy="512445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7" idx="2"/>
          </p:cNvCxnSpPr>
          <p:nvPr/>
        </p:nvCxnSpPr>
        <p:spPr>
          <a:xfrm>
            <a:off x="5062220" y="2060575"/>
            <a:ext cx="339725" cy="814070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 flipV="1">
            <a:off x="3794125" y="4812030"/>
            <a:ext cx="1878965" cy="669925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1439545" y="2419985"/>
            <a:ext cx="892175" cy="638175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54685" y="4355465"/>
            <a:ext cx="285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00B0F0"/>
                </a:solidFill>
              </a:rPr>
              <a:t>蓝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996440" y="3106420"/>
            <a:ext cx="266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灰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979420" y="4318635"/>
            <a:ext cx="259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橘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840605" y="3001645"/>
            <a:ext cx="302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FF00"/>
                </a:solidFill>
              </a:rPr>
              <a:t>黄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433695" y="4293870"/>
            <a:ext cx="383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accent6">
                    <a:lumMod val="20000"/>
                    <a:lumOff val="80000"/>
                  </a:schemeClr>
                </a:solidFill>
              </a:rPr>
              <a:t>粉</a:t>
            </a:r>
          </a:p>
        </p:txBody>
      </p:sp>
      <p:pic>
        <p:nvPicPr>
          <p:cNvPr id="18" name="内容占位符 3" descr="图片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6595" y="4275539"/>
            <a:ext cx="4331970" cy="258246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l="12388" t="9901" r="14320" b="13710"/>
          <a:stretch>
            <a:fillRect/>
          </a:stretch>
        </p:blipFill>
        <p:spPr>
          <a:xfrm>
            <a:off x="6926769" y="-128121"/>
            <a:ext cx="4529866" cy="668052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357" y="1461964"/>
            <a:ext cx="4846643" cy="2432703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220917" y="4179684"/>
            <a:ext cx="609728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钢管计算截面惯性矩公式：</a:t>
            </a:r>
            <a:r>
              <a:rPr lang="en-US" altLang="zh-CN" dirty="0"/>
              <a:t>I=Π</a:t>
            </a:r>
            <a:r>
              <a:rPr lang="zh-CN" altLang="en-US" dirty="0"/>
              <a:t>（</a:t>
            </a:r>
            <a:r>
              <a:rPr lang="en-US" altLang="zh-CN" dirty="0"/>
              <a:t>D^4-d^4</a:t>
            </a:r>
            <a:r>
              <a:rPr lang="zh-CN" altLang="en-US" dirty="0"/>
              <a:t>）</a:t>
            </a:r>
            <a:r>
              <a:rPr lang="en-US" altLang="zh-CN" dirty="0"/>
              <a:t>/64</a:t>
            </a:r>
          </a:p>
          <a:p>
            <a:endParaRPr lang="en-US" altLang="zh-CN" dirty="0"/>
          </a:p>
          <a:p>
            <a:r>
              <a:rPr lang="zh-CN" altLang="en-US" dirty="0"/>
              <a:t>截面惯性矩就是衡量截面</a:t>
            </a:r>
            <a:r>
              <a:rPr lang="zh-CN" altLang="en-US" dirty="0">
                <a:highlight>
                  <a:srgbClr val="FFFF00"/>
                </a:highlight>
              </a:rPr>
              <a:t>抗弯能力</a:t>
            </a:r>
            <a:r>
              <a:rPr lang="zh-CN" altLang="en-US" dirty="0"/>
              <a:t>的参数</a:t>
            </a:r>
          </a:p>
          <a:p>
            <a:endParaRPr lang="en-US" altLang="zh-CN" dirty="0"/>
          </a:p>
          <a:p>
            <a:r>
              <a:rPr lang="zh-CN" altLang="en-US" dirty="0"/>
              <a:t>钢管横截面积：大圆面积减去小圆面积</a:t>
            </a:r>
            <a:r>
              <a:rPr lang="en-US" altLang="zh-CN" dirty="0"/>
              <a:t>  Π(D^2-d^2)/4   </a:t>
            </a: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611400" y="305598"/>
            <a:ext cx="10969200" cy="705600"/>
          </a:xfrm>
        </p:spPr>
        <p:txBody>
          <a:bodyPr/>
          <a:lstStyle/>
          <a:p>
            <a:r>
              <a:rPr lang="zh-CN" altLang="en-US" dirty="0"/>
              <a:t>截面惯性矩</a:t>
            </a:r>
          </a:p>
        </p:txBody>
      </p:sp>
      <p:sp>
        <p:nvSpPr>
          <p:cNvPr id="10" name="箭头: 右 9"/>
          <p:cNvSpPr/>
          <p:nvPr/>
        </p:nvSpPr>
        <p:spPr>
          <a:xfrm rot="20292600">
            <a:off x="6066732" y="4475402"/>
            <a:ext cx="1623060" cy="15471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1 - </a:t>
            </a:r>
            <a:r>
              <a:rPr lang="zh-CN" altLang="en-US" dirty="0"/>
              <a:t>悬架线图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0650" y="1692910"/>
            <a:ext cx="8982075" cy="43529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171180" y="5105400"/>
            <a:ext cx="512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左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318115" y="2585720"/>
            <a:ext cx="503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后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075305" y="4663440"/>
            <a:ext cx="526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前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217160" y="2051685"/>
            <a:ext cx="512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右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18135" y="1614170"/>
            <a:ext cx="2068830" cy="972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点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-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微软雅黑"/>
                <a:cs typeface="+mn-cs"/>
              </a:rPr>
              <a:t>坐标（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微软雅黑"/>
                <a:cs typeface="+mn-cs"/>
              </a:rPr>
              <a:t>x y z)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线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-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点到点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" y="3735070"/>
            <a:ext cx="2105025" cy="42862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0" y="4377055"/>
            <a:ext cx="2710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右击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-&gt;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+mn-ea"/>
              </a:rPr>
              <a:t>属性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+mn-ea"/>
              </a:rPr>
              <a:t> -&gt;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微软雅黑"/>
                <a:cs typeface="+mn-cs"/>
                <a:sym typeface="+mn-ea"/>
              </a:rPr>
              <a:t>更改名字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400" y="666000"/>
            <a:ext cx="10969200" cy="705600"/>
          </a:xfrm>
        </p:spPr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2 – </a:t>
            </a:r>
            <a:r>
              <a:rPr lang="zh-CN" altLang="en-US" dirty="0"/>
              <a:t>完成车架前环</a:t>
            </a:r>
            <a:r>
              <a:rPr lang="zh-CN" altLang="en-US" dirty="0">
                <a:sym typeface="+mn-ea"/>
              </a:rPr>
              <a:t>并拉伸出肋（</a:t>
            </a:r>
            <a:r>
              <a:rPr lang="en-US" altLang="zh-CN" dirty="0">
                <a:sym typeface="+mn-ea"/>
              </a:rPr>
              <a:t>25.4/2.4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" y="2031365"/>
            <a:ext cx="3256915" cy="2159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180" y="1489710"/>
            <a:ext cx="5341620" cy="39916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03530" y="4623435"/>
            <a:ext cx="28778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建立平面（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+mn-ea"/>
              </a:rPr>
              <a:t>前仓平面）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微软雅黑"/>
                <a:cs typeface="+mn-cs"/>
              </a:rPr>
              <a:t>偏移平面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-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+mn-ea"/>
              </a:rPr>
              <a:t>参考为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xy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面，偏移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99mm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38455" y="3892550"/>
            <a:ext cx="1243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前仓平面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432675" y="5713730"/>
            <a:ext cx="40246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草图绘制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-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轴，圆，点，线，约束，镜像，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7575" y="1734185"/>
            <a:ext cx="3133090" cy="266573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457575" y="4820285"/>
            <a:ext cx="28778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建立平面（前环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+mn-ea"/>
              </a:rPr>
              <a:t>平面）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微软雅黑"/>
                <a:cs typeface="+mn-cs"/>
              </a:rPr>
              <a:t>偏移平面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-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参考为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yz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面，偏移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210mm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040880" y="5113020"/>
            <a:ext cx="1243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前仓平面</a:t>
            </a:r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8126730" y="4880610"/>
            <a:ext cx="300355" cy="405765"/>
          </a:xfrm>
          <a:prstGeom prst="straightConnector1">
            <a:avLst/>
          </a:prstGeom>
          <a:ln w="31750" cap="rnd">
            <a:solidFill>
              <a:srgbClr val="FFFF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556000" y="4031615"/>
            <a:ext cx="1243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主环平面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sym typeface="+mn-ea"/>
              </a:rPr>
              <a:t>练习</a:t>
            </a:r>
            <a:r>
              <a:rPr lang="en-US" altLang="zh-CN" dirty="0">
                <a:sym typeface="+mn-ea"/>
              </a:rPr>
              <a:t>3 – </a:t>
            </a:r>
            <a:r>
              <a:rPr lang="zh-CN" altLang="en-US" dirty="0">
                <a:sym typeface="+mn-ea"/>
              </a:rPr>
              <a:t>完成车架主环线图并拉伸出肋（</a:t>
            </a:r>
            <a:r>
              <a:rPr lang="en-US" altLang="zh-CN" dirty="0">
                <a:sym typeface="+mn-ea"/>
              </a:rPr>
              <a:t>25.4/2.4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7577455" y="1313815"/>
            <a:ext cx="4358640" cy="37534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75260" y="1734820"/>
            <a:ext cx="3143885" cy="279146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75260" y="4867275"/>
            <a:ext cx="30187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建立平面</a:t>
            </a:r>
            <a:r>
              <a:rPr lang="en-US" altLang="zh-CN" dirty="0"/>
              <a:t> (</a:t>
            </a:r>
            <a:r>
              <a:rPr lang="zh-CN" altLang="en-US" dirty="0"/>
              <a:t>地面）</a:t>
            </a:r>
          </a:p>
          <a:p>
            <a:endParaRPr lang="zh-CN" altLang="en-US" dirty="0"/>
          </a:p>
          <a:p>
            <a:r>
              <a:rPr lang="zh-CN" altLang="en-US" dirty="0">
                <a:highlight>
                  <a:srgbClr val="FFFF00"/>
                </a:highlight>
              </a:rPr>
              <a:t>偏移平面</a:t>
            </a:r>
            <a:r>
              <a:rPr lang="en-US" altLang="zh-CN" dirty="0"/>
              <a:t> - </a:t>
            </a:r>
            <a:r>
              <a:rPr lang="zh-CN" altLang="en-US" dirty="0">
                <a:sym typeface="+mn-ea"/>
              </a:rPr>
              <a:t>参考为</a:t>
            </a:r>
            <a:r>
              <a:rPr lang="en-US" altLang="zh-CN" dirty="0" err="1"/>
              <a:t>xy</a:t>
            </a:r>
            <a:r>
              <a:rPr lang="en-US" altLang="zh-CN" dirty="0"/>
              <a:t> </a:t>
            </a:r>
            <a:r>
              <a:rPr lang="zh-CN" altLang="en-US" dirty="0"/>
              <a:t>面，偏移</a:t>
            </a:r>
            <a:r>
              <a:rPr lang="en-US" altLang="zh-CN" dirty="0"/>
              <a:t> 228mm</a:t>
            </a: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630295" y="1866900"/>
            <a:ext cx="3537585" cy="228981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3832225" y="4526280"/>
            <a:ext cx="30187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建立平面</a:t>
            </a:r>
            <a:r>
              <a:rPr lang="en-US" altLang="zh-CN" dirty="0"/>
              <a:t> (</a:t>
            </a:r>
            <a:r>
              <a:rPr lang="zh-CN" altLang="en-US" dirty="0"/>
              <a:t>主环平面）</a:t>
            </a:r>
          </a:p>
          <a:p>
            <a:endParaRPr lang="zh-CN" altLang="en-US" dirty="0"/>
          </a:p>
          <a:p>
            <a:r>
              <a:rPr lang="zh-CN" altLang="en-US" dirty="0">
                <a:highlight>
                  <a:srgbClr val="FFFF00"/>
                </a:highlight>
              </a:rPr>
              <a:t>偏移平面</a:t>
            </a:r>
            <a:r>
              <a:rPr lang="en-US" altLang="zh-CN" dirty="0">
                <a:highlight>
                  <a:srgbClr val="FFFF00"/>
                </a:highlight>
              </a:rPr>
              <a:t> </a:t>
            </a:r>
            <a:r>
              <a:rPr lang="en-US" altLang="zh-CN" dirty="0"/>
              <a:t>- </a:t>
            </a:r>
            <a:r>
              <a:rPr lang="zh-CN" altLang="en-US" dirty="0"/>
              <a:t>参考为前环平面，偏移</a:t>
            </a:r>
            <a:r>
              <a:rPr lang="en-US" altLang="zh-CN" dirty="0"/>
              <a:t> 228mm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112250" y="5448300"/>
            <a:ext cx="1288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草图绘制</a:t>
            </a: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75260" y="3914775"/>
            <a:ext cx="802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地面</a:t>
            </a: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5607685" y="2109470"/>
            <a:ext cx="1243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主环平面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321C0F-68CD-4BDF-8A6D-3CC047E8D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D429BC-78A2-46B0-730E-4D919E87D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完成练习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56965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05,&quot;left&quot;:13.8,&quot;top&quot;:136.6,&quot;width&quot;:550.6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05,&quot;left&quot;:13.8,&quot;top&quot;:136.6,&quot;width&quot;:550.6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05,&quot;left&quot;:13.8,&quot;top&quot;:136.6,&quot;width&quot;:550.6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05,&quot;left&quot;:13.8,&quot;top&quot;:136.6,&quot;width&quot;:550.6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05,&quot;left&quot;:13.8,&quot;top&quot;:136.6,&quot;width&quot;:550.6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05,&quot;left&quot;:13.8,&quot;top&quot;:136.6,&quot;width&quot;:550.6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436</Words>
  <Application>Microsoft Office PowerPoint</Application>
  <PresentationFormat>宽屏</PresentationFormat>
  <Paragraphs>80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等线</vt:lpstr>
      <vt:lpstr>等线 Light</vt:lpstr>
      <vt:lpstr>Arial</vt:lpstr>
      <vt:lpstr>Wingdings</vt:lpstr>
      <vt:lpstr>Office 主题​​</vt:lpstr>
      <vt:lpstr>WPS</vt:lpstr>
      <vt:lpstr>车架培训.1</vt:lpstr>
      <vt:lpstr>车架各部分名称</vt:lpstr>
      <vt:lpstr>车架设计流程</vt:lpstr>
      <vt:lpstr>钢管车架的建立过程</vt:lpstr>
      <vt:lpstr>悬架硬点的建立</vt:lpstr>
      <vt:lpstr>画钢管的步骤</vt:lpstr>
      <vt:lpstr>新增零件几何体</vt:lpstr>
      <vt:lpstr>钢管尺寸的选择</vt:lpstr>
      <vt:lpstr>截面惯性矩</vt:lpstr>
      <vt:lpstr>练习1 - 悬架线图</vt:lpstr>
      <vt:lpstr>练习2 – 完成车架前环并拉伸出肋（25.4/2.4）</vt:lpstr>
      <vt:lpstr>练习3 – 完成车架主环线图并拉伸出肋（25.4/2.4）</vt:lpstr>
      <vt:lpstr>作业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860263286@qq.com</dc:creator>
  <cp:lastModifiedBy>860263286@qq.com</cp:lastModifiedBy>
  <cp:revision>3</cp:revision>
  <dcterms:created xsi:type="dcterms:W3CDTF">2026-01-29T07:21:36Z</dcterms:created>
  <dcterms:modified xsi:type="dcterms:W3CDTF">2026-01-29T12:06:10Z</dcterms:modified>
</cp:coreProperties>
</file>