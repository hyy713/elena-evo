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8" r:id="rId3"/>
    <p:sldId id="267" r:id="rId4"/>
    <p:sldId id="263" r:id="rId5"/>
    <p:sldId id="258" r:id="rId6"/>
    <p:sldId id="261" r:id="rId7"/>
    <p:sldId id="270" r:id="rId8"/>
    <p:sldId id="271" r:id="rId9"/>
    <p:sldId id="272" r:id="rId10"/>
    <p:sldId id="265" r:id="rId11"/>
    <p:sldId id="259" r:id="rId12"/>
    <p:sldId id="260" r:id="rId13"/>
    <p:sldId id="262" r:id="rId14"/>
    <p:sldId id="26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EE573-D1C1-4066-935E-18540271427F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D30B0-BEB6-4259-AE50-2BA9D4E55C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825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FE072A-378E-4F4D-954F-1D063C9BD2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151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556751-A9D2-5D35-6627-1B6D86FBE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37C7D9-AA3F-5877-1E49-050ED59E5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8975EB-3549-BAD5-0446-1301948B0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9273-3337-45DA-B341-3CF76BA22F6D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0B6E0F-4AAB-D055-7808-6888B241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D52EC2-49D8-AB97-CB54-57F23E0EA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9DF8-5BBB-48FA-B392-E40EE190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438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DBD358-0308-4EDE-062B-9B66074E9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30D663-0165-8A05-D73F-53DFF0685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22EFF5-8E0F-1C6A-6361-411410DE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9273-3337-45DA-B341-3CF76BA22F6D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C6743F-B90E-6AB3-AD17-B83326D7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B540D3-1C10-DD18-77C1-E8D31431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9DF8-5BBB-48FA-B392-E40EE190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40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F0F67-AAA6-8D38-4FCC-4ECA601D6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4D38E1-BB41-5FB3-DA07-2898EE955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93EC15-5258-B4BA-0105-15EF1A1DB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9273-3337-45DA-B341-3CF76BA22F6D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8E2A1E-9BC2-E813-F90B-C50A72A5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040623-3843-AE54-3FB3-C9438BD8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9DF8-5BBB-48FA-B392-E40EE190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985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612CC-3A55-E6E5-7AAD-20F4DBFE0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42BA4-3815-4ED4-36EE-46005060E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16DDD2-9800-7A88-B908-0152CADE3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4CCB28-5B42-9996-AAB6-780FDA1DB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9273-3337-45DA-B341-3CF76BA22F6D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6A78CE-873C-B812-E678-1C54DF929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807FD9-3D9E-5D25-1178-4455AB7C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9DF8-5BBB-48FA-B392-E40EE190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314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03CD5-48D6-8127-424C-0110210C1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1FA1CE-EE86-75A3-1C3D-5013D1509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8CB39F-6E5A-1CEE-893D-7E203E043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5C3953-82E3-C96F-9CBB-794D15C25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BD2A7A-F05A-8F18-0DD0-C086DEC1C0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2930565-3194-F9DE-B103-905B72E5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9273-3337-45DA-B341-3CF76BA22F6D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1E2B95-E6C9-4A6E-1C3B-73517521D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3F0906-E845-01CD-0FAB-FE785F7B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9DF8-5BBB-48FA-B392-E40EE190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083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BEA40-DB4B-F4ED-7AD6-A161B86A8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399BF3-946B-7EE1-A40C-03B3C11FF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9273-3337-45DA-B341-3CF76BA22F6D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8A4617-7FC8-8CDA-3961-32CC524C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2C0B67-BC07-DA31-9793-82F8EF0E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9DF8-5BBB-48FA-B392-E40EE190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789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FD85DE-4464-D95F-3DE2-E8673E5FC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9273-3337-45DA-B341-3CF76BA22F6D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1C8CEA-2C0E-4382-63FB-20137136B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459B21-3BC0-E04B-7861-72CB6DFD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9DF8-5BBB-48FA-B392-E40EE190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9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29DEB-4063-4F82-8056-D84BDE16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46F9B7-BBC3-F0DC-50DF-4D0A856E6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A06FE5-1FFD-F7FF-5DD8-FA0CCBB4D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7338B1-0510-E902-8052-F4CEE810B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9273-3337-45DA-B341-3CF76BA22F6D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0330A7-6894-4B53-421C-63084982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75325D-7B7C-A3AA-4E58-BF5B636E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9DF8-5BBB-48FA-B392-E40EE190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70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ECDFB-AE71-6731-1337-FA326E26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3E8B933-5542-6D09-2BEF-F3DB2137E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52833A-EC18-E544-D274-9EC0F37DE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C9A774-1138-35A7-1902-BBAD97003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9273-3337-45DA-B341-3CF76BA22F6D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3873E7-51E9-7E60-D6FF-F84ECAC0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4D70A2-D107-7A0B-3A6F-004BF1E8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9DF8-5BBB-48FA-B392-E40EE190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79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7C1BC-9E2A-B50F-467C-D1FF3517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1EFAFE-1762-D03F-A210-A0EA27E5F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BC2480-BF13-0FE4-2A2A-DE71FF15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9273-3337-45DA-B341-3CF76BA22F6D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DEC13-EDD6-66CF-806E-05E719900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F2C1E3-FF19-EE95-5CC9-BE3C8E7F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9DF8-5BBB-48FA-B392-E40EE190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60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6B99B8-2D76-8AEB-70B8-8C5C97886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2C4A80-8F4B-F856-5A88-A9CE0F17A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8592E0-A3AB-8757-E819-3E5F81807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9273-3337-45DA-B341-3CF76BA22F6D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6F3DCD-61A4-1B62-D71F-C04AA6307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5C4107-41B4-A396-81E4-3F4A4F53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9DF8-5BBB-48FA-B392-E40EE190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634D08-E2B3-882C-8089-1FAAA571A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A41EE1-E2A4-7C35-742D-6F7D0C849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04B75A-BDC3-C287-1CEC-F3286C7D4D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99273-3337-45DA-B341-3CF76BA22F6D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96952E-5321-3B0B-EE47-4CE2792905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024DFD-36DB-71D8-807B-950675EEE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99DF8-5BBB-48FA-B392-E40EE190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038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07C34-CC3A-8C70-1899-1D6395C8C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Catia </a:t>
            </a:r>
            <a:r>
              <a:rPr lang="zh-CN" altLang="en-US" dirty="0"/>
              <a:t>培训</a:t>
            </a:r>
            <a:r>
              <a:rPr lang="en-US" altLang="zh-CN" dirty="0"/>
              <a:t>.2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3826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2A249F-9EA8-C15C-D624-F4D3A8656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224"/>
            <a:ext cx="10515600" cy="1325563"/>
          </a:xfrm>
        </p:spPr>
        <p:txBody>
          <a:bodyPr/>
          <a:lstStyle/>
          <a:p>
            <a:r>
              <a:rPr lang="zh-CN" altLang="en-US" dirty="0"/>
              <a:t>一、出现问题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C51A75-1FEA-AC59-965A-705C5F18A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开放轮廓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包含标准几何元素的点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无法进行约束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加强筋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孔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04867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C84A5-0672-9406-72EE-23D91D8E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二、上次培训作业</a:t>
            </a:r>
          </a:p>
        </p:txBody>
      </p:sp>
    </p:spTree>
    <p:extLst>
      <p:ext uri="{BB962C8B-B14F-4D97-AF65-F5344CB8AC3E}">
        <p14:creationId xmlns:p14="http://schemas.microsoft.com/office/powerpoint/2010/main" val="977993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64D9948-0028-967D-C0BB-6F33A5F55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492" y="61076"/>
            <a:ext cx="10121281" cy="673584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DFA9F64-E112-3755-D6CF-A3249FE8BC72}"/>
              </a:ext>
            </a:extLst>
          </p:cNvPr>
          <p:cNvSpPr txBox="1"/>
          <p:nvPr/>
        </p:nvSpPr>
        <p:spPr>
          <a:xfrm>
            <a:off x="586333" y="1416971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实例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949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4472FD2-F4D6-B8CA-610B-8D9515593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23825"/>
            <a:ext cx="8229600" cy="661035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2681B50-E840-BD9F-FE7A-689939AB840C}"/>
              </a:ext>
            </a:extLst>
          </p:cNvPr>
          <p:cNvSpPr txBox="1"/>
          <p:nvPr/>
        </p:nvSpPr>
        <p:spPr>
          <a:xfrm>
            <a:off x="495591" y="956281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实例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4585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A93D999-3D94-EDE4-0F3D-7BF7749CB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808" y="69801"/>
            <a:ext cx="9630383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1522F16-F210-6A6C-4B57-A96444205085}"/>
              </a:ext>
            </a:extLst>
          </p:cNvPr>
          <p:cNvSpPr txBox="1"/>
          <p:nvPr/>
        </p:nvSpPr>
        <p:spPr>
          <a:xfrm>
            <a:off x="600293" y="1793899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实例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5167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AE373-DE75-06DF-3C0F-88FA499E0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三、装配体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49C4ED-EEB5-03D9-EDC7-17E7211F7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产品</a:t>
            </a:r>
            <a:endParaRPr lang="en-US" altLang="zh-CN" dirty="0"/>
          </a:p>
          <a:p>
            <a:r>
              <a:rPr lang="zh-CN" altLang="en-US" dirty="0"/>
              <a:t>部件</a:t>
            </a:r>
            <a:endParaRPr lang="en-US" altLang="zh-CN" dirty="0"/>
          </a:p>
          <a:p>
            <a:r>
              <a:rPr lang="zh-CN" altLang="en-US" dirty="0"/>
              <a:t>零件</a:t>
            </a:r>
            <a:endParaRPr lang="en-US" altLang="zh-CN" dirty="0"/>
          </a:p>
          <a:p>
            <a:r>
              <a:rPr lang="zh-CN" altLang="en-US" dirty="0"/>
              <a:t>几何体</a:t>
            </a:r>
          </a:p>
        </p:txBody>
      </p:sp>
    </p:spTree>
    <p:extLst>
      <p:ext uri="{BB962C8B-B14F-4D97-AF65-F5344CB8AC3E}">
        <p14:creationId xmlns:p14="http://schemas.microsoft.com/office/powerpoint/2010/main" val="2070536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58640-6B48-0FB3-EAD8-0F523E7FE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约束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20FBD3-E40F-8036-E953-C0237617D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相合约束</a:t>
            </a:r>
            <a:endParaRPr lang="en-US" altLang="zh-CN" dirty="0"/>
          </a:p>
          <a:p>
            <a:r>
              <a:rPr lang="zh-CN" altLang="en-US" dirty="0"/>
              <a:t>接触约束</a:t>
            </a:r>
            <a:endParaRPr lang="en-US" altLang="zh-CN" dirty="0"/>
          </a:p>
          <a:p>
            <a:r>
              <a:rPr lang="zh-CN" altLang="en-US" dirty="0"/>
              <a:t>偏移约束</a:t>
            </a:r>
            <a:endParaRPr lang="en-US" altLang="zh-CN" dirty="0"/>
          </a:p>
          <a:p>
            <a:r>
              <a:rPr lang="zh-CN" altLang="en-US" dirty="0"/>
              <a:t>角度约束</a:t>
            </a:r>
          </a:p>
        </p:txBody>
      </p:sp>
    </p:spTree>
    <p:extLst>
      <p:ext uri="{BB962C8B-B14F-4D97-AF65-F5344CB8AC3E}">
        <p14:creationId xmlns:p14="http://schemas.microsoft.com/office/powerpoint/2010/main" val="491389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F7F184-1DB8-844A-F4BA-A0470DD7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EF56AD-CE9F-5073-59D4-40D046CDC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移动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总装保存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3430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C7018-9D6B-CC7D-200C-C94634FA5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2069" y="640732"/>
            <a:ext cx="7861979" cy="1069405"/>
          </a:xfrm>
        </p:spPr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7F1F44-E6E6-52D1-1D54-FB700FBDA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12562"/>
            <a:ext cx="9144000" cy="558412"/>
          </a:xfrm>
        </p:spPr>
        <p:txBody>
          <a:bodyPr/>
          <a:lstStyle/>
          <a:p>
            <a:r>
              <a:rPr lang="zh-CN" altLang="en-US" dirty="0"/>
              <a:t>完成剩余的四个例题</a:t>
            </a:r>
          </a:p>
        </p:txBody>
      </p:sp>
    </p:spTree>
    <p:extLst>
      <p:ext uri="{BB962C8B-B14F-4D97-AF65-F5344CB8AC3E}">
        <p14:creationId xmlns:p14="http://schemas.microsoft.com/office/powerpoint/2010/main" val="599228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8D67DC5-D730-49DE-3764-247241910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12" y="47625"/>
            <a:ext cx="11153775" cy="67627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1C0E242-76B8-DC53-E6E5-0B0B6260ED4E}"/>
              </a:ext>
            </a:extLst>
          </p:cNvPr>
          <p:cNvSpPr txBox="1"/>
          <p:nvPr/>
        </p:nvSpPr>
        <p:spPr>
          <a:xfrm>
            <a:off x="519112" y="1298308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实例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863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4A8613B-3872-0827-C33E-ED9372FC5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00012"/>
            <a:ext cx="8839200" cy="665797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5509037-6295-9688-172F-892D403EAD03}"/>
              </a:ext>
            </a:extLst>
          </p:cNvPr>
          <p:cNvSpPr txBox="1"/>
          <p:nvPr/>
        </p:nvSpPr>
        <p:spPr>
          <a:xfrm>
            <a:off x="711976" y="1389050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实例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840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D55BC7-A113-DFD4-9CD9-3E4A4A1FE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311" y="0"/>
            <a:ext cx="8383378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E2B8C4A-83B4-095B-9C51-691E8111AF57}"/>
              </a:ext>
            </a:extLst>
          </p:cNvPr>
          <p:cNvSpPr txBox="1"/>
          <p:nvPr/>
        </p:nvSpPr>
        <p:spPr>
          <a:xfrm>
            <a:off x="718956" y="1242467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实例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3755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FA6B515-E53C-D1CB-4851-5AD27444B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876" y="0"/>
            <a:ext cx="8974248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7C4D929-1B05-E2A9-503F-31F3F5097309}"/>
              </a:ext>
            </a:extLst>
          </p:cNvPr>
          <p:cNvSpPr txBox="1"/>
          <p:nvPr/>
        </p:nvSpPr>
        <p:spPr>
          <a:xfrm>
            <a:off x="495591" y="1354150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实例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7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2050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69</Words>
  <Application>Microsoft Office PowerPoint</Application>
  <PresentationFormat>宽屏</PresentationFormat>
  <Paragraphs>31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Catia 培训.2</vt:lpstr>
      <vt:lpstr>一、出现问题</vt:lpstr>
      <vt:lpstr>二、上次培训作业</vt:lpstr>
      <vt:lpstr>PowerPoint 演示文稿</vt:lpstr>
      <vt:lpstr>PowerPoint 演示文稿</vt:lpstr>
      <vt:lpstr>PowerPoint 演示文稿</vt:lpstr>
      <vt:lpstr>三、装配体</vt:lpstr>
      <vt:lpstr>约束</vt:lpstr>
      <vt:lpstr>其他</vt:lpstr>
      <vt:lpstr>作业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860263286@qq.com</dc:creator>
  <cp:lastModifiedBy>860263286@qq.com</cp:lastModifiedBy>
  <cp:revision>7</cp:revision>
  <dcterms:created xsi:type="dcterms:W3CDTF">2026-02-03T11:45:30Z</dcterms:created>
  <dcterms:modified xsi:type="dcterms:W3CDTF">2026-02-04T12:12:54Z</dcterms:modified>
</cp:coreProperties>
</file>